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Cold Email Generator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RAG + Local LLM Email &amp; Resume Automation</a:t>
            </a:r>
          </a:p>
          <a:p/>
          <a:p>
            <a:r>
              <a:t>Project Overview &amp; Architecture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build the AI Cold Email Generator?</a:t>
            </a:r>
          </a:p>
          <a:p>
            <a:pPr lvl="1">
              <a:defRPr sz="1800"/>
            </a:pPr>
            <a:r>
              <a:t>  - Personalization at Scale: Writing tailored cold emails and resumes manually is extremely time-consuming.</a:t>
            </a:r>
          </a:p>
          <a:p>
            <a:pPr lvl="1">
              <a:defRPr sz="1800"/>
            </a:pPr>
            <a:r>
              <a:t>  - Data Privacy: Using public cloud LLMs for proprietary company data or personal PII poses severe security risks.</a:t>
            </a:r>
          </a:p>
          <a:p>
            <a:pPr lvl="1">
              <a:defRPr sz="1800"/>
            </a:pPr>
            <a:r>
              <a:t>  - Cost Efficiency: API costs for massive email campaigns can skyrocket. Local LLMs (Ollama) eliminate these ongoing expenses.</a:t>
            </a:r>
          </a:p>
          <a:p>
            <a:pPr lvl="1">
              <a:defRPr sz="1800"/>
            </a:pPr>
            <a:r>
              <a:t>  - Contextual Accuracy (RAG): Generic LLMs hallucinate. By indexing your specific PDFs and DOCXs (RAG), the AI writes emails containing factual, tailored information about your exact product or job description.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the system capable of?</a:t>
            </a:r>
          </a:p>
          <a:p>
            <a:pPr lvl="1">
              <a:defRPr sz="1800"/>
            </a:pPr>
            <a:r>
              <a:t>  - Project Management: Organize campaigns into isolated workspaces.</a:t>
            </a:r>
          </a:p>
          <a:p>
            <a:pPr lvl="1">
              <a:defRPr sz="1800"/>
            </a:pPr>
            <a:r>
              <a:t>  - Dynamic Knowledge Base: Upload PDF, DOCX, and TXT files per project.</a:t>
            </a:r>
          </a:p>
          <a:p>
            <a:pPr lvl="1">
              <a:defRPr sz="1800"/>
            </a:pPr>
            <a:r>
              <a:t>  - Retrieval-Augmented Generation (RAG): FAISS vector store combined with HuggingFace embeddings for precise context retrieval.</a:t>
            </a:r>
          </a:p>
          <a:p>
            <a:pPr lvl="1">
              <a:defRPr sz="1800"/>
            </a:pPr>
            <a:r>
              <a:t>  - Local AI Generation: Ollama (Gemma 2b model) processes context entirely on your machine to guarantee zero data leakage.</a:t>
            </a:r>
          </a:p>
          <a:p>
            <a:pPr lvl="1">
              <a:defRPr sz="1800"/>
            </a:pPr>
            <a:r>
              <a:t>  - Beautiful UI: Built with React 19, Tailwind CSS, Framer Motion, and Shadcn UI for a premium enterprise feel.</a:t>
            </a:r>
          </a:p>
          <a:p>
            <a:pPr lvl="1">
              <a:defRPr sz="1800"/>
            </a:pPr>
            <a:r>
              <a:t>  - Secure Authentication: JWT-based secure login and session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4754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This diagram illustrates the complete end-to-end flow of the application:</a:t>
            </a:r>
          </a:p>
          <a:p>
            <a:pPr lvl="1">
              <a:defRPr sz="1400"/>
            </a:pPr>
            <a:r>
              <a:t>  - Frontend (React) communicates with Backend (FastAPI) via JWT authenticated REST APIs.</a:t>
            </a:r>
          </a:p>
          <a:p>
            <a:pPr lvl="1">
              <a:defRPr sz="1400"/>
            </a:pPr>
            <a:r>
              <a:t>  - Backend acts as the orchestrator, communicating with the SQLite/PostgreSQL Database.</a:t>
            </a:r>
          </a:p>
          <a:p>
            <a:pPr lvl="1">
              <a:defRPr sz="1400"/>
            </a:pPr>
            <a:r>
              <a:t>  - The AI Engine is powered by LangChain, utilizing FAISS for RAG and Ollama (Gemma) for text generation.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Knowledge Ingestion Flow</a:t>
            </a:r>
          </a:p>
        </p:txBody>
      </p:sp>
      <p:pic>
        <p:nvPicPr>
          <p:cNvPr id="3" name="Picture 2" descr="r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37560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How does the AI securely 'read' and memorize documents?</a:t>
            </a:r>
          </a:p>
          <a:p>
            <a:pPr lvl="1">
              <a:defRPr sz="1400"/>
            </a:pPr>
            <a:r>
              <a:t>  - Documents (PDF, DOCX) are parsed via LangChain loaders.</a:t>
            </a:r>
          </a:p>
          <a:p>
            <a:pPr lvl="1">
              <a:defRPr sz="1400"/>
            </a:pPr>
            <a:r>
              <a:t>  - Text is chunked (1000 characters) to ensure the embedding model can process it.</a:t>
            </a:r>
          </a:p>
          <a:p>
            <a:pPr lvl="1">
              <a:defRPr sz="1400"/>
            </a:pPr>
            <a:r>
              <a:t>  - HuggingFace BGE Embeddings convert text chunks into mathematical vectors.</a:t>
            </a:r>
          </a:p>
          <a:p>
            <a:pPr lvl="1">
              <a:defRPr sz="1400"/>
            </a:pPr>
            <a:r>
              <a:t>  - Vectors are saved locally to a FAISS index tagged by project for future retrieval.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Content Generation Flow</a:t>
            </a:r>
          </a:p>
        </p:txBody>
      </p:sp>
      <p:pic>
        <p:nvPicPr>
          <p:cNvPr id="3" name="Picture 2" descr="gener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28467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How is a highly-tailored email generated?</a:t>
            </a:r>
          </a:p>
          <a:p>
            <a:pPr lvl="1">
              <a:defRPr sz="1400"/>
            </a:pPr>
            <a:r>
              <a:t>  - User requests an email by providing target company details and tone.</a:t>
            </a:r>
          </a:p>
          <a:p>
            <a:pPr lvl="1">
              <a:defRPr sz="1400"/>
            </a:pPr>
            <a:r>
              <a:t>  - The system retrieves the top 3 most relevant document chunks from the FAISS vector database.</a:t>
            </a:r>
          </a:p>
          <a:p>
            <a:pPr lvl="1">
              <a:defRPr sz="1400"/>
            </a:pPr>
            <a:r>
              <a:t>  - This contextual data is injected into a strict Prompt Template alongside the user's instructions.</a:t>
            </a:r>
          </a:p>
          <a:p>
            <a:pPr lvl="1">
              <a:defRPr sz="1400"/>
            </a:pPr>
            <a:r>
              <a:t>  - The local Ollama daemon (Gemma 2B) generates the email and streams the result back to the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Execution Flow (Deep Dive)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the backend process the generation request?</a:t>
            </a:r>
          </a:p>
          <a:p>
            <a:pPr lvl="1">
              <a:defRPr sz="1800"/>
            </a:pPr>
            <a:r>
              <a:t>  1. main.py intercepts the request (e.g. POST /api/emails/generate).</a:t>
            </a:r>
          </a:p>
          <a:p>
            <a:pPr lvl="1">
              <a:defRPr sz="1800"/>
            </a:pPr>
            <a:r>
              <a:t>  2. JWT Middleware validates the user's token.</a:t>
            </a:r>
          </a:p>
          <a:p>
            <a:pPr lvl="1">
              <a:defRPr sz="1800"/>
            </a:pPr>
            <a:r>
              <a:t>  3. Pydantic strictly validates the incoming JSON payload.</a:t>
            </a:r>
          </a:p>
          <a:p>
            <a:pPr lvl="1">
              <a:defRPr sz="1800"/>
            </a:pPr>
            <a:r>
              <a:t>  4. The AIService queries the local FAISS index for RAG context.</a:t>
            </a:r>
          </a:p>
          <a:p>
            <a:pPr lvl="1">
              <a:defRPr sz="1800"/>
            </a:pPr>
            <a:r>
              <a:t>  5. LangChain orchestrates the prompt assembly and local LLM execution.</a:t>
            </a:r>
          </a:p>
          <a:p>
            <a:pPr lvl="1">
              <a:defRPr sz="1800"/>
            </a:pPr>
            <a:r>
              <a:t>  6. The generated content is saved to the DB and returned to the client.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Experience Flow (Deep Dive)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does the UI deliver a seamless user experience?</a:t>
            </a:r>
          </a:p>
          <a:p>
            <a:pPr lvl="1">
              <a:defRPr sz="1800"/>
            </a:pPr>
            <a:r>
              <a:t>  1. Zustand manages global application state (like User Auth).</a:t>
            </a:r>
          </a:p>
          <a:p>
            <a:pPr lvl="1">
              <a:defRPr sz="1800"/>
            </a:pPr>
            <a:r>
              <a:t>  2. React Hook Form + Zod provide instant, rigorous form validation.</a:t>
            </a:r>
          </a:p>
          <a:p>
            <a:pPr lvl="1">
              <a:defRPr sz="1800"/>
            </a:pPr>
            <a:r>
              <a:t>  3. TanStack React Query handles data fetching, caching, and background syncing.</a:t>
            </a:r>
          </a:p>
          <a:p>
            <a:pPr lvl="1">
              <a:defRPr sz="1800"/>
            </a:pPr>
            <a:r>
              <a:t>  4. Axios interceptors automatically attach JWT tokens to all requests.</a:t>
            </a:r>
          </a:p>
          <a:p>
            <a:pPr lvl="1">
              <a:defRPr sz="1800"/>
            </a:pPr>
            <a:r>
              <a:t>  5. Framer Motion provides smooth skeleton loaders during the AI generation process.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time!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Summary:</a:t>
            </a:r>
          </a:p>
          <a:p>
            <a:pPr lvl="1">
              <a:defRPr sz="1800"/>
            </a:pPr>
            <a:r>
              <a:t>  - A complete enterprise solution for automated cold outreach.</a:t>
            </a:r>
          </a:p>
          <a:p>
            <a:pPr lvl="1">
              <a:defRPr sz="1800"/>
            </a:pPr>
            <a:r>
              <a:t>  - 100% Data Privacy via Local AI.</a:t>
            </a:r>
          </a:p>
          <a:p>
            <a:pPr lvl="1">
              <a:defRPr sz="1800"/>
            </a:pPr>
            <a:r>
              <a:t>  - Highly tailored and factual emails via RAG.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